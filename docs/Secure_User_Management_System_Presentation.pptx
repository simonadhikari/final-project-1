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38BDF8"/>
                </a:solidFill>
              </a:defRPr>
            </a:pPr>
            <a:r>
              <a:t>CYBER SECURITY INSTITUTE</a:t>
            </a:r>
          </a:p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Secure User Management System</a:t>
            </a:r>
          </a:p>
          <a:p>
            <a:pPr>
              <a:spcAft>
                <a:spcPts val="3500"/>
              </a:spcAft>
              <a:defRPr sz="1800">
                <a:solidFill>
                  <a:srgbClr val="94A3B8"/>
                </a:solidFill>
              </a:defRPr>
            </a:pPr>
            <a:r>
              <a:t>Object-Oriented Programming (OOP) in Python: Architecture, Security, Tools &amp; Codebase</a:t>
            </a:r>
          </a:p>
          <a:p>
            <a:pPr>
              <a:defRPr sz="1300">
                <a:solidFill>
                  <a:srgbClr val="4ADE80"/>
                </a:solidFill>
              </a:defRPr>
            </a:pPr>
            <a:r>
              <a:t>Author: Software Engineering &amp; Cyber Security Team  |  Language: Python 3.10+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SECURITY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1. Executive Overview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B923C"/>
                </a:solidFill>
              </a:defRPr>
            </a:pPr>
            <a:r>
              <a:t>The Cyber Security Challenge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Cyber Security Institutes manage distinct personas (Administrators, Security Analysts) with varying access levels.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Legacy user systems store credentials insecurely, lack robust validation, and log events synchronously.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Synchronous disk logging blocks user workflows and lowers application responsiveness.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Lack of proper encapsulation exposes sensitive password hashes to unauthorized internal modification.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</a:defRPr>
            </a:pPr>
            <a:r>
              <a:t>Project Objectives &amp; Solutions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✓  Encapsulate Credentials: Protect passwords using salted PBKDF2 HMAC-SHA256 cryptographic hashing.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✓  Role Hierarchy: Use OOP inheritance for Administrator and SecurityAnalyst classes.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✓  Custom Exceptions: Validate inputs (Email, User ID, Password) and raise custom error types.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✓  Multithreaded Logging: Record activities asynchronously using daemon worker threads &amp; queue.Queue.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✓  JSON/CSV Persistence: Store polymorphic user state and generate audit directory exports.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SECURITY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2. Technologies &amp; Standard Library Tools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Cryptographic Security  |  Module: </a:t>
            </a:r>
            <a:r>
              <a:rPr b="1">
                <a:solidFill>
                  <a:srgbClr val="38BDF8"/>
                </a:solidFill>
              </a:rPr>
              <a:t>hashlib &amp; secrets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Implements salted PBKDF2-HMAC-SHA256 hashing (100,000 iterations) and cryptographically secure random salt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50592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Asynchronous Multithreading  |  Module: </a:t>
            </a:r>
            <a:r>
              <a:rPr b="1">
                <a:solidFill>
                  <a:srgbClr val="A855F7"/>
                </a:solidFill>
              </a:rPr>
              <a:t>threading &amp; queue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Implements a producer-consumer background logging thread (daemon=True) for non-blocking file I/O audit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11296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Validation &amp; Regular Expressions  |  Module: </a:t>
            </a:r>
            <a:r>
              <a:rPr b="1">
                <a:solidFill>
                  <a:srgbClr val="4ADE80"/>
                </a:solidFill>
              </a:rPr>
              <a:t>re &amp; abc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Enforces RFC email patterns, uppercase User ID patterns, and Abstract Base Class (ABC) interface enforcement.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25696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9884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Data Persistence &amp; Export  |  Module: </a:t>
            </a:r>
            <a:r>
              <a:rPr b="1">
                <a:solidFill>
                  <a:srgbClr val="FB923C"/>
                </a:solidFill>
              </a:rPr>
              <a:t>json &amp; csv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Provides polymorphic object graph serialization to JSON and automated user directory export to CSV format.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13248"/>
            <a:ext cx="10728655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Automated Test Suite  |  Module: </a:t>
            </a:r>
            <a:r>
              <a:rPr b="1">
                <a:solidFill>
                  <a:srgbClr val="38BDF8"/>
                </a:solidFill>
              </a:rPr>
              <a:t>unittest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Automates 7 comprehensive unit test suites covering encapsulation, inheritance, exception handling, and threading.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SECURITY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3. Modular Package Architecture &amp;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Package Layout (secure_system/)</a:t>
            </a:r>
          </a:p>
          <a:p>
            <a:pPr>
              <a:defRPr sz="1100">
                <a:solidFill>
                  <a:srgbClr val="4ADE80"/>
                </a:solidFill>
                <a:latin typeface="Consolas"/>
              </a:defRPr>
            </a:pPr>
            <a:r>
              <a:t>secure_system/</a:t>
            </a:r>
            <a:br/>
            <a:r>
              <a:t>├── exceptions/</a:t>
            </a:r>
            <a:br/>
            <a:r>
              <a:t>│   └── custom_exceptions.py  # Error hierarchy</a:t>
            </a:r>
            <a:br/>
            <a:r>
              <a:t>├── utilities/</a:t>
            </a:r>
            <a:br/>
            <a:r>
              <a:t>│   ├── validator.py          # Input regex validation</a:t>
            </a:r>
            <a:br/>
            <a:r>
              <a:t>│   ├── security.py           # PBKDF2 hashing &amp; score</a:t>
            </a:r>
            <a:br/>
            <a:r>
              <a:t>│   └── logger.py             # Multithreaded logger</a:t>
            </a:r>
            <a:br/>
            <a:r>
              <a:t>├── users/</a:t>
            </a:r>
            <a:br/>
            <a:r>
              <a:t>│   ├── user.py               # Abstract Base User</a:t>
            </a:r>
            <a:br/>
            <a:r>
              <a:t>│   ├── administrator.py      # Admin role class</a:t>
            </a:r>
            <a:br/>
            <a:r>
              <a:t>│   └── analyst.py            # Security Analyst class</a:t>
            </a:r>
            <a:br/>
            <a:r>
              <a:t>└── storage/</a:t>
            </a:r>
            <a:br/>
            <a:r>
              <a:t>    └── persistence.py        # JSON &amp; CSV DataManager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Architectural Benefits</a:t>
            </a:r>
          </a:p>
          <a:p>
            <a:pPr>
              <a:spcAft>
                <a:spcPts val="800"/>
              </a:spcAft>
              <a:defRPr b="1" sz="1200">
                <a:solidFill>
                  <a:srgbClr val="38BDF8"/>
                </a:solidFill>
              </a:defRPr>
            </a:pPr>
            <a:r>
              <a:t>•  Separation of Concerns: </a:t>
            </a:r>
            <a:r>
              <a:rPr b="0">
                <a:solidFill>
                  <a:srgbClr val="94A3B8"/>
                </a:solidFill>
              </a:rPr>
              <a:t>Decouples validation, cryptographic operations, role logic, and file storage into independent packages.</a:t>
            </a:r>
          </a:p>
          <a:p>
            <a:pPr>
              <a:spcAft>
                <a:spcPts val="800"/>
              </a:spcAft>
              <a:defRPr b="1" sz="1200">
                <a:solidFill>
                  <a:srgbClr val="38BDF8"/>
                </a:solidFill>
              </a:defRPr>
            </a:pPr>
            <a:r>
              <a:t>•  High Reusability: </a:t>
            </a:r>
            <a:r>
              <a:rPr b="0">
                <a:solidFill>
                  <a:srgbClr val="94A3B8"/>
                </a:solidFill>
              </a:rPr>
              <a:t>Utilities and exceptions can be reused across external CLI, Web API, or GUI interfaces without modification.</a:t>
            </a:r>
          </a:p>
          <a:p>
            <a:pPr>
              <a:spcAft>
                <a:spcPts val="800"/>
              </a:spcAft>
              <a:defRPr b="1" sz="1200">
                <a:solidFill>
                  <a:srgbClr val="38BDF8"/>
                </a:solidFill>
              </a:defRPr>
            </a:pPr>
            <a:r>
              <a:t>•  Maintainability: </a:t>
            </a:r>
            <a:r>
              <a:rPr b="0">
                <a:solidFill>
                  <a:srgbClr val="94A3B8"/>
                </a:solidFill>
              </a:rPr>
              <a:t>Clean package initialization via __init__.py files providing unified module exports.</a:t>
            </a:r>
          </a:p>
          <a:p>
            <a:pPr>
              <a:spcAft>
                <a:spcPts val="800"/>
              </a:spcAft>
              <a:defRPr b="1" sz="1200">
                <a:solidFill>
                  <a:srgbClr val="38BDF8"/>
                </a:solidFill>
              </a:defRPr>
            </a:pPr>
            <a:r>
              <a:t>•  Scalability: </a:t>
            </a:r>
            <a:r>
              <a:rPr b="0">
                <a:solidFill>
                  <a:srgbClr val="94A3B8"/>
                </a:solidFill>
              </a:rPr>
              <a:t>New roles (e.g. GuestUser, IncidentManager) can be added cleanly under users/ without breaking existing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SECURITY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4. Part A: Class Design &amp; Encapsulation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Data Hiding &amp; Security Model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Double Underscore Mangling: Attributes like __user_id, __password_hash, and __salt are private to class User scope.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Property Decorators: Controlled getter access via @property and validated setter modification.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Salted PBKDF2 Hashing: Plaintext passwords are never stored. Passwords are salted (16-byte random hex) and hashed with 100,000 PBKDF2 iterations.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Constant-Time Verification: Verification uses hmac.compare_digest() to prevent timing side-channel attacks.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Special Method Overrides: Custom implementations of __str__(), __repr__(), and __eq__() for clean object string representation.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ADE80"/>
                </a:solidFill>
              </a:defRPr>
            </a:pPr>
            <a:r>
              <a:t>Encapsulation Code Snippet (user.py)</a:t>
            </a:r>
          </a:p>
          <a:p>
            <a:pPr>
              <a:defRPr sz="1050">
                <a:solidFill>
                  <a:srgbClr val="F8FAFC"/>
                </a:solidFill>
                <a:latin typeface="Consolas"/>
              </a:defRPr>
            </a:pPr>
            <a:r>
              <a:t>class User(ABC):</a:t>
            </a:r>
            <a:br/>
            <a:r>
              <a:t>    def __init__(self, user_id, name, email, password):</a:t>
            </a:r>
            <a:br/>
            <a:r>
              <a:t>        self.__user_id = Validator.validate_user_id(user_id)</a:t>
            </a:r>
            <a:br/>
            <a:r>
              <a:t>        self.__name = Validator.validate_name(name)</a:t>
            </a:r>
            <a:br/>
            <a:r>
              <a:t>        self.__email = Validator.validate_email(email)</a:t>
            </a:r>
            <a:br/>
            <a:r>
              <a:t>        </a:t>
            </a:r>
            <a:br/>
            <a:r>
              <a:t>        # Salted Hashing</a:t>
            </a:r>
            <a:br/>
            <a:r>
              <a:t>        self.__salt = SecurityUtils.generate_salt()</a:t>
            </a:r>
            <a:br/>
            <a:r>
              <a:t>        self.__password_hash = SecurityUtils.hash_password(</a:t>
            </a:r>
            <a:br/>
            <a:r>
              <a:t>            password, self.__salt</a:t>
            </a:r>
            <a:br/>
            <a:r>
              <a:t>        )</a:t>
            </a:r>
            <a:br/>
            <a:br/>
            <a:r>
              <a:t>    @property</a:t>
            </a:r>
            <a:br/>
            <a:r>
              <a:t>    def email((self) -&gt; str:</a:t>
            </a:r>
            <a:br/>
            <a:r>
              <a:t>        return self.__email</a:t>
            </a:r>
            <a:br/>
            <a:br/>
            <a:r>
              <a:t>    @email.setter</a:t>
            </a:r>
            <a:br/>
            <a:r>
              <a:t>    def email(self, new_email: str):</a:t>
            </a:r>
            <a:br/>
            <a:r>
              <a:t>        self.__email = Validator.validate_email(new_email)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SECURITY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5. Part B: Inheritance &amp; Runtime Polymorphism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A855F7"/>
                </a:solidFill>
              </a:defRPr>
            </a:pPr>
            <a:r>
              <a:t>Inheritance Hierarchy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Base Class User: Defines abstract core methods (get_privileges(), execute_role_task()).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Derived Administrator: Extends User via super().__init__(). Adds __admin_level, __managed_departments, and lock_user()/unlock_user() methods.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Derived SecurityAnalyst: Extends User via super().__init__(). Adds __clearance_level, __assigned_incidents, and conduct_vulnerability_scan().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Super Function: Reuses parent initialization logic, eliminating duplicate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ADE80"/>
                </a:solidFill>
              </a:defRPr>
            </a:pPr>
            <a:r>
              <a:t>Runtime Polymorphism Demo</a:t>
            </a:r>
          </a:p>
          <a:p>
            <a:pPr>
              <a:defRPr sz="1050">
                <a:solidFill>
                  <a:srgbClr val="F8FAFC"/>
                </a:solidFill>
                <a:latin typeface="Consolas"/>
              </a:defRPr>
            </a:pPr>
            <a:r>
              <a:t># List of heterogeneous User objects</a:t>
            </a:r>
            <a:br/>
            <a:r>
              <a:t>users: list[User] = [</a:t>
            </a:r>
            <a:br/>
            <a:r>
              <a:t>    Administrator("ADM-001", "Dr. Sarah", ...),</a:t>
            </a:r>
            <a:br/>
            <a:r>
              <a:t>    SecurityAnalyst("ANA-101", "Alex Mercer", ...)</a:t>
            </a:r>
            <a:br/>
            <a:r>
              <a:t>]</a:t>
            </a:r>
            <a:br/>
            <a:br/>
            <a:r>
              <a:t># Polymorphic dispatch at runtime</a:t>
            </a:r>
            <a:br/>
            <a:r>
              <a:t>for u in users:</a:t>
            </a:r>
            <a:br/>
            <a:r>
              <a:t>    # Invokes role-specific get_privileges()</a:t>
            </a:r>
            <a:br/>
            <a:r>
              <a:t>    print(u.get_privileges())</a:t>
            </a:r>
            <a:br/>
            <a:br/>
            <a:r>
              <a:t>    # Invokes role-specific execute_role_task()</a:t>
            </a:r>
            <a:br/>
            <a:r>
              <a:t>    print(u.execute_role_task())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SECURITY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6. Part C: Custom Exception Handling &amp; Input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</a:defRPr>
            </a:pPr>
            <a:r>
              <a:t>Custom Exception Hierarchy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UserManagementException (Base)</a:t>
            </a:r>
            <a:br/>
            <a:r>
              <a:t>├── InvalidEmailException</a:t>
            </a:r>
            <a:br/>
            <a:r>
              <a:t>├── WeakPasswordException</a:t>
            </a:r>
            <a:br/>
            <a:r>
              <a:t>├── InvalidUserIDException</a:t>
            </a:r>
            <a:br/>
            <a:r>
              <a:t>├── AuthenticationFailedException</a:t>
            </a:r>
            <a:br/>
            <a:r>
              <a:t>│   └── AccountLockedException</a:t>
            </a:r>
            <a:br/>
            <a:r>
              <a:t>├── PermissionDeniedException</a:t>
            </a:r>
            <a:br/>
            <a:r>
              <a:t>├── UserAlreadyExistsException</a:t>
            </a:r>
            <a:br/>
            <a:r>
              <a:t>└── UserNotFoundException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</a:defRPr>
            </a:pPr>
            <a:r>
              <a:t>Validator Routines &amp; Control Flow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Email Pattern: Enforces RFC email format using regex (^[a-zA-Z0-9._%+-]+@[a-zA-Z0-9.-]+\.[a-zA-Z]{2,}$).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User ID Format: Enforces format (e.g. ADM-001, ANA-101) using regex (^[A-Z]{3}-\d{3,6}$).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Password Complexity: Enforces length &gt;= 8, uppercase, lowercase, digit, and special symbol requirements.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Defensive Control Flow: Standardized try-except-else-finally-raise blocks protect system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SECURITY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7. Part E: Asynchronous Multithreaded Activity Logger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Producer-Consumer Architecture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Non-Blocking Log Dispatch: Main application thread puts log events into queue.Queue without waiting for disk I/O.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Daemon Worker Thread: Background thread (threading.Thread(daemon=True)) continuously reads from queue.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Thread Safety: Thread-safe queue operations prevent race conditions between concurrent user actions.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Clean Shutdown: Provides shutdown() method to flush pending items and join worker thread gracefully.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ADE80"/>
                </a:solidFill>
              </a:defRPr>
            </a:pPr>
            <a:r>
              <a:t>Logger Implementation (logger.py)</a:t>
            </a:r>
          </a:p>
          <a:p>
            <a:pPr>
              <a:defRPr sz="1050">
                <a:solidFill>
                  <a:srgbClr val="F8FAFC"/>
                </a:solidFill>
                <a:latin typeface="Consolas"/>
              </a:defRPr>
            </a:pPr>
            <a:r>
              <a:t>class MultithreadedLogger:</a:t>
            </a:r>
            <a:br/>
            <a:r>
              <a:t>    def __init__(self, log_path):</a:t>
            </a:r>
            <a:br/>
            <a:r>
              <a:t>        self.log_queue = queue.Queue()</a:t>
            </a:r>
            <a:br/>
            <a:r>
              <a:t>        self.worker = threading.Thread(</a:t>
            </a:r>
            <a:br/>
            <a:r>
              <a:t>            target=self._process_logs,</a:t>
            </a:r>
            <a:br/>
            <a:r>
              <a:t>            daemon=True</a:t>
            </a:r>
            <a:br/>
            <a:r>
              <a:t>        )</a:t>
            </a:r>
            <a:br/>
            <a:r>
              <a:t>        self.worker.start()</a:t>
            </a:r>
            <a:br/>
            <a:br/>
            <a:r>
              <a:t>    def _process_logs(self):</a:t>
            </a:r>
            <a:br/>
            <a:r>
              <a:t>        while self.is_running:</a:t>
            </a:r>
            <a:br/>
            <a:r>
              <a:t>            entry = self.log_queue.get()</a:t>
            </a:r>
            <a:br/>
            <a:r>
              <a:t>            with open(self.log_path, "a") as f:</a:t>
            </a:r>
            <a:br/>
            <a:r>
              <a:t>                f.write(entry + "\n")</a:t>
            </a:r>
            <a:br/>
            <a:r>
              <a:t>            self.log_queue.task_done()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SECURITY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8. Part E: Password Strength Checker, Lockout Policy &amp;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</a:defRPr>
            </a:pPr>
            <a:r>
              <a:t>Password Strength &amp; Lockout Policy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Password Strength Evaluator: Calculates score (0-100%) and rating (WEAK, MODERATE, STRONG, VERY STRONG) with actionable feedback.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Login Lockout Policy: Tracks consecutive failed attempts. Locks account (is_locked=True) after 3 failed attempts.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Administrator Authorization: Requires Administrator intervention via unlock_user() to reset failed counter and restore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923C"/>
                </a:solidFill>
              </a:defRPr>
            </a:pPr>
            <a:r>
              <a:t>JSON Persistence &amp; CSV Export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JSON Serialization: Saves polymorphic user objects to data/users.json while preserving subclass type indicators.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State Restoration: Reconstructs exact object instances (Administrator or SecurityAnalyst), restoring salts, hashes, and lock flags.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CSV User Directory: Exports active user roster to data/user_directory_export.csv for external auditing.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 Activity Audit Report: Generates summary statistics and formatted text reports (data/activity_summary_report.txt).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SECURITY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9. New User Registration &amp; Self-Service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</a:defRPr>
            </a:pPr>
            <a:r>
              <a:t>Registration Flow &amp; Features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Main Menu Integration: Direct access via Option 2 ('Register New User Account') from the main application menu.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Inline Registration Prompt: If an unknown User ID is entered during login, the system offers an immediate inline registration prompt.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Role-Based Onboarding: Allows selection of Administrator or Security Analyst role with specific levels/clearances.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Real-Time Defensive Validation: Enforces email RFC validation, User ID regex format, and password strength checks before object instantiation.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 Salted PBKDF2 Hashing &amp; Persistence: Automatically salts and hashes credentials and persists updated state to data/users.json.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Registration Implementation (main.py)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def register_user_flow(self):</a:t>
            </a:r>
            <a:br/>
            <a:r>
              <a:t>    role_type = input("Choice (1=Admin, 2=Analyst): ")</a:t>
            </a:r>
            <a:br/>
            <a:r>
              <a:t>    user_id = input("Enter User ID (e.g. ADM-002): ")</a:t>
            </a:r>
            <a:br/>
            <a:r>
              <a:t>    </a:t>
            </a:r>
            <a:br/>
            <a:r>
              <a:t>    # Check duplicate</a:t>
            </a:r>
            <a:br/>
            <a:r>
              <a:t>    if self.find_user_by_id(user_id):</a:t>
            </a:r>
            <a:br/>
            <a:r>
              <a:t>        raise UserAlreadyExistsException(...)</a:t>
            </a:r>
            <a:br/>
            <a:br/>
            <a:r>
              <a:t>    # Validate &amp; instantiate polymorphic object</a:t>
            </a:r>
            <a:br/>
            <a:r>
              <a:t>    if role_type == "1":</a:t>
            </a:r>
            <a:br/>
            <a:r>
              <a:t>        new_user = Administrator(user_id, name, email, pass)</a:t>
            </a:r>
            <a:br/>
            <a:r>
              <a:t>    else:</a:t>
            </a:r>
            <a:br/>
            <a:r>
              <a:t>        new_user = SecurityAnalyst(user_id, name, email, pass)</a:t>
            </a:r>
            <a:br/>
            <a:br/>
            <a:r>
              <a:t>    self.users.append(new_user)</a:t>
            </a:r>
            <a:br/>
            <a:r>
              <a:t>    self.save_state()  # JSON persistence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CYBER SECURITY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10. System Verification, Testing &amp;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</a:defRPr>
            </a:pPr>
            <a:r>
              <a:t>Automated Testing (tests/test_system.py)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 7 Complete Test Cases: Tests encapsulation, properties, dunder methods, inheritance, polymorphism, custom exceptions, account lockout, JSON persistence, and multithreaded logging.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 100% Pass Rate: Executed cleanly in 1.458s using unittest runner.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 Empirical Proof: Verified zero regressions or unhandled exception leaks.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Completed Deliverables Checklist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✓  Source Code Package: Modular Python package under secure_system/.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✓  Interactive CLI App: main.py with Login &amp; New User Registration.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✓  Automated E2E Showcase: demo.py demonstrating full system lifecycle.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✓  8-12 Page Technical Report: docs/project_report.md.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✓  UML Class Diagram: docs/uml_class_diagram.md.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✓  PowerPoint Presentation: Secure_User_Management_System_Presentation.pptx.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